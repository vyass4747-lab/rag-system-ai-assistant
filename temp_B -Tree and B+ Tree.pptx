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70" r:id="rId7"/>
    <p:sldId id="261" r:id="rId8"/>
    <p:sldId id="262" r:id="rId9"/>
    <p:sldId id="263" r:id="rId10"/>
    <p:sldId id="272" r:id="rId11"/>
    <p:sldId id="2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hani Vyas" userId="4635c6ecf408d9ff" providerId="LiveId" clId="{D3C382C9-9807-468C-8FA3-2AF2AD1BB06E}"/>
    <pc:docChg chg="custSel addSld delSld modSld sldOrd">
      <pc:chgData name="Suhani Vyas" userId="4635c6ecf408d9ff" providerId="LiveId" clId="{D3C382C9-9807-468C-8FA3-2AF2AD1BB06E}" dt="2025-11-12T16:50:47.814" v="702" actId="20577"/>
      <pc:docMkLst>
        <pc:docMk/>
      </pc:docMkLst>
      <pc:sldChg chg="del">
        <pc:chgData name="Suhani Vyas" userId="4635c6ecf408d9ff" providerId="LiveId" clId="{D3C382C9-9807-468C-8FA3-2AF2AD1BB06E}" dt="2025-11-11T11:07:27.474" v="62" actId="2696"/>
        <pc:sldMkLst>
          <pc:docMk/>
          <pc:sldMk cId="1308209769" sldId="260"/>
        </pc:sldMkLst>
      </pc:sldChg>
      <pc:sldChg chg="del">
        <pc:chgData name="Suhani Vyas" userId="4635c6ecf408d9ff" providerId="LiveId" clId="{D3C382C9-9807-468C-8FA3-2AF2AD1BB06E}" dt="2025-11-11T11:01:16.011" v="7" actId="2696"/>
        <pc:sldMkLst>
          <pc:docMk/>
          <pc:sldMk cId="300283510" sldId="265"/>
        </pc:sldMkLst>
      </pc:sldChg>
      <pc:sldChg chg="del">
        <pc:chgData name="Suhani Vyas" userId="4635c6ecf408d9ff" providerId="LiveId" clId="{D3C382C9-9807-468C-8FA3-2AF2AD1BB06E}" dt="2025-11-11T11:01:20.040" v="8" actId="2696"/>
        <pc:sldMkLst>
          <pc:docMk/>
          <pc:sldMk cId="355233245" sldId="266"/>
        </pc:sldMkLst>
      </pc:sldChg>
      <pc:sldChg chg="new del">
        <pc:chgData name="Suhani Vyas" userId="4635c6ecf408d9ff" providerId="LiveId" clId="{D3C382C9-9807-468C-8FA3-2AF2AD1BB06E}" dt="2025-11-11T11:01:03.446" v="4" actId="2696"/>
        <pc:sldMkLst>
          <pc:docMk/>
          <pc:sldMk cId="1151657816" sldId="267"/>
        </pc:sldMkLst>
      </pc:sldChg>
      <pc:sldChg chg="new del">
        <pc:chgData name="Suhani Vyas" userId="4635c6ecf408d9ff" providerId="LiveId" clId="{D3C382C9-9807-468C-8FA3-2AF2AD1BB06E}" dt="2025-11-11T11:01:07.219" v="5" actId="2696"/>
        <pc:sldMkLst>
          <pc:docMk/>
          <pc:sldMk cId="2022755451" sldId="268"/>
        </pc:sldMkLst>
      </pc:sldChg>
      <pc:sldChg chg="new del">
        <pc:chgData name="Suhani Vyas" userId="4635c6ecf408d9ff" providerId="LiveId" clId="{D3C382C9-9807-468C-8FA3-2AF2AD1BB06E}" dt="2025-11-11T11:01:10.108" v="6" actId="2696"/>
        <pc:sldMkLst>
          <pc:docMk/>
          <pc:sldMk cId="4051452293" sldId="269"/>
        </pc:sldMkLst>
      </pc:sldChg>
      <pc:sldChg chg="addSp delSp modSp add mod">
        <pc:chgData name="Suhani Vyas" userId="4635c6ecf408d9ff" providerId="LiveId" clId="{D3C382C9-9807-468C-8FA3-2AF2AD1BB06E}" dt="2025-11-11T11:07:17.047" v="61" actId="14826"/>
        <pc:sldMkLst>
          <pc:docMk/>
          <pc:sldMk cId="130469942" sldId="270"/>
        </pc:sldMkLst>
        <pc:spChg chg="mod">
          <ac:chgData name="Suhani Vyas" userId="4635c6ecf408d9ff" providerId="LiveId" clId="{D3C382C9-9807-468C-8FA3-2AF2AD1BB06E}" dt="2025-11-11T11:01:47.760" v="45" actId="20577"/>
          <ac:spMkLst>
            <pc:docMk/>
            <pc:sldMk cId="130469942" sldId="270"/>
            <ac:spMk id="2" creationId="{249E4992-EF8A-FF73-3617-C8C2E02D4E71}"/>
          </ac:spMkLst>
        </pc:spChg>
        <pc:spChg chg="del">
          <ac:chgData name="Suhani Vyas" userId="4635c6ecf408d9ff" providerId="LiveId" clId="{D3C382C9-9807-468C-8FA3-2AF2AD1BB06E}" dt="2025-11-11T11:02:02.207" v="46" actId="931"/>
          <ac:spMkLst>
            <pc:docMk/>
            <pc:sldMk cId="130469942" sldId="270"/>
            <ac:spMk id="3" creationId="{0E8A2C48-FDBE-57BC-EE81-7C62617973B5}"/>
          </ac:spMkLst>
        </pc:spChg>
        <pc:spChg chg="del">
          <ac:chgData name="Suhani Vyas" userId="4635c6ecf408d9ff" providerId="LiveId" clId="{D3C382C9-9807-468C-8FA3-2AF2AD1BB06E}" dt="2025-11-11T11:02:15.245" v="49" actId="931"/>
          <ac:spMkLst>
            <pc:docMk/>
            <pc:sldMk cId="130469942" sldId="270"/>
            <ac:spMk id="4" creationId="{18671A9A-A138-3042-643A-60EA87F1E570}"/>
          </ac:spMkLst>
        </pc:spChg>
        <pc:picChg chg="add mod">
          <ac:chgData name="Suhani Vyas" userId="4635c6ecf408d9ff" providerId="LiveId" clId="{D3C382C9-9807-468C-8FA3-2AF2AD1BB06E}" dt="2025-11-11T11:06:14.783" v="52" actId="14826"/>
          <ac:picMkLst>
            <pc:docMk/>
            <pc:sldMk cId="130469942" sldId="270"/>
            <ac:picMk id="6" creationId="{30C9783A-3CD8-409B-685E-3993AC1CF314}"/>
          </ac:picMkLst>
        </pc:picChg>
        <pc:picChg chg="add mod">
          <ac:chgData name="Suhani Vyas" userId="4635c6ecf408d9ff" providerId="LiveId" clId="{D3C382C9-9807-468C-8FA3-2AF2AD1BB06E}" dt="2025-11-11T11:07:17.047" v="61" actId="14826"/>
          <ac:picMkLst>
            <pc:docMk/>
            <pc:sldMk cId="130469942" sldId="270"/>
            <ac:picMk id="8" creationId="{6926D0AF-C82F-4DF3-039A-29B30C6741DA}"/>
          </ac:picMkLst>
        </pc:picChg>
      </pc:sldChg>
      <pc:sldChg chg="new del">
        <pc:chgData name="Suhani Vyas" userId="4635c6ecf408d9ff" providerId="LiveId" clId="{D3C382C9-9807-468C-8FA3-2AF2AD1BB06E}" dt="2025-11-11T11:11:35.996" v="104" actId="2696"/>
        <pc:sldMkLst>
          <pc:docMk/>
          <pc:sldMk cId="1117051204" sldId="271"/>
        </pc:sldMkLst>
      </pc:sldChg>
      <pc:sldChg chg="addSp delSp modSp new mod">
        <pc:chgData name="Suhani Vyas" userId="4635c6ecf408d9ff" providerId="LiveId" clId="{D3C382C9-9807-468C-8FA3-2AF2AD1BB06E}" dt="2025-11-11T11:15:56.831" v="105" actId="1076"/>
        <pc:sldMkLst>
          <pc:docMk/>
          <pc:sldMk cId="4218966512" sldId="272"/>
        </pc:sldMkLst>
        <pc:spChg chg="mod">
          <ac:chgData name="Suhani Vyas" userId="4635c6ecf408d9ff" providerId="LiveId" clId="{D3C382C9-9807-468C-8FA3-2AF2AD1BB06E}" dt="2025-11-11T11:07:58.145" v="97" actId="20577"/>
          <ac:spMkLst>
            <pc:docMk/>
            <pc:sldMk cId="4218966512" sldId="272"/>
            <ac:spMk id="2" creationId="{4DBB7211-4542-F122-36B2-C08E073DFBA1}"/>
          </ac:spMkLst>
        </pc:spChg>
        <pc:spChg chg="del">
          <ac:chgData name="Suhani Vyas" userId="4635c6ecf408d9ff" providerId="LiveId" clId="{D3C382C9-9807-468C-8FA3-2AF2AD1BB06E}" dt="2025-11-11T11:10:38.889" v="98" actId="931"/>
          <ac:spMkLst>
            <pc:docMk/>
            <pc:sldMk cId="4218966512" sldId="272"/>
            <ac:spMk id="3" creationId="{D655BD2A-AECB-ABAC-315A-0FA7102B510C}"/>
          </ac:spMkLst>
        </pc:spChg>
        <pc:spChg chg="del">
          <ac:chgData name="Suhani Vyas" userId="4635c6ecf408d9ff" providerId="LiveId" clId="{D3C382C9-9807-468C-8FA3-2AF2AD1BB06E}" dt="2025-11-11T11:10:52.910" v="101" actId="931"/>
          <ac:spMkLst>
            <pc:docMk/>
            <pc:sldMk cId="4218966512" sldId="272"/>
            <ac:spMk id="4" creationId="{F5640DAE-8C91-0438-CFD9-8AC030AD3C75}"/>
          </ac:spMkLst>
        </pc:spChg>
        <pc:picChg chg="add mod">
          <ac:chgData name="Suhani Vyas" userId="4635c6ecf408d9ff" providerId="LiveId" clId="{D3C382C9-9807-468C-8FA3-2AF2AD1BB06E}" dt="2025-11-11T11:15:56.831" v="105" actId="1076"/>
          <ac:picMkLst>
            <pc:docMk/>
            <pc:sldMk cId="4218966512" sldId="272"/>
            <ac:picMk id="6" creationId="{DE3F0A82-EC2A-CFFF-4364-FDC6F38AAEAA}"/>
          </ac:picMkLst>
        </pc:picChg>
        <pc:picChg chg="add mod">
          <ac:chgData name="Suhani Vyas" userId="4635c6ecf408d9ff" providerId="LiveId" clId="{D3C382C9-9807-468C-8FA3-2AF2AD1BB06E}" dt="2025-11-11T11:10:54.119" v="103" actId="962"/>
          <ac:picMkLst>
            <pc:docMk/>
            <pc:sldMk cId="4218966512" sldId="272"/>
            <ac:picMk id="8" creationId="{FFE49A53-8BEF-31CC-8D41-62FA210763CD}"/>
          </ac:picMkLst>
        </pc:picChg>
      </pc:sldChg>
      <pc:sldChg chg="new del ord">
        <pc:chgData name="Suhani Vyas" userId="4635c6ecf408d9ff" providerId="LiveId" clId="{D3C382C9-9807-468C-8FA3-2AF2AD1BB06E}" dt="2025-11-12T16:43:48.226" v="216" actId="2696"/>
        <pc:sldMkLst>
          <pc:docMk/>
          <pc:sldMk cId="3136985084" sldId="273"/>
        </pc:sldMkLst>
      </pc:sldChg>
      <pc:sldChg chg="addSp delSp modSp new mod">
        <pc:chgData name="Suhani Vyas" userId="4635c6ecf408d9ff" providerId="LiveId" clId="{D3C382C9-9807-468C-8FA3-2AF2AD1BB06E}" dt="2025-11-12T16:43:36.982" v="215" actId="20577"/>
        <pc:sldMkLst>
          <pc:docMk/>
          <pc:sldMk cId="279914316" sldId="274"/>
        </pc:sldMkLst>
        <pc:spChg chg="mod">
          <ac:chgData name="Suhani Vyas" userId="4635c6ecf408d9ff" providerId="LiveId" clId="{D3C382C9-9807-468C-8FA3-2AF2AD1BB06E}" dt="2025-11-12T16:43:36.982" v="215" actId="20577"/>
          <ac:spMkLst>
            <pc:docMk/>
            <pc:sldMk cId="279914316" sldId="274"/>
            <ac:spMk id="2" creationId="{A5E4820E-2C41-510C-0B29-3EDFCAB32C6D}"/>
          </ac:spMkLst>
        </pc:spChg>
        <pc:spChg chg="del mod">
          <ac:chgData name="Suhani Vyas" userId="4635c6ecf408d9ff" providerId="LiveId" clId="{D3C382C9-9807-468C-8FA3-2AF2AD1BB06E}" dt="2025-11-12T16:42:52.219" v="209" actId="478"/>
          <ac:spMkLst>
            <pc:docMk/>
            <pc:sldMk cId="279914316" sldId="274"/>
            <ac:spMk id="3" creationId="{93953DC1-0EE0-88C3-896C-2AB3288B8B67}"/>
          </ac:spMkLst>
        </pc:spChg>
        <pc:spChg chg="add mod">
          <ac:chgData name="Suhani Vyas" userId="4635c6ecf408d9ff" providerId="LiveId" clId="{D3C382C9-9807-468C-8FA3-2AF2AD1BB06E}" dt="2025-11-12T16:43:21.742" v="211" actId="20577"/>
          <ac:spMkLst>
            <pc:docMk/>
            <pc:sldMk cId="279914316" sldId="274"/>
            <ac:spMk id="5" creationId="{0DCBB704-32D8-AE0C-FCA6-78F4BDAF1229}"/>
          </ac:spMkLst>
        </pc:spChg>
      </pc:sldChg>
      <pc:sldChg chg="modSp new mod">
        <pc:chgData name="Suhani Vyas" userId="4635c6ecf408d9ff" providerId="LiveId" clId="{D3C382C9-9807-468C-8FA3-2AF2AD1BB06E}" dt="2025-11-12T16:50:47.814" v="702" actId="20577"/>
        <pc:sldMkLst>
          <pc:docMk/>
          <pc:sldMk cId="181157420" sldId="275"/>
        </pc:sldMkLst>
        <pc:spChg chg="mod">
          <ac:chgData name="Suhani Vyas" userId="4635c6ecf408d9ff" providerId="LiveId" clId="{D3C382C9-9807-468C-8FA3-2AF2AD1BB06E}" dt="2025-11-12T16:50:47.814" v="702" actId="20577"/>
          <ac:spMkLst>
            <pc:docMk/>
            <pc:sldMk cId="181157420" sldId="275"/>
            <ac:spMk id="2" creationId="{E17444A6-36C0-D46F-BF8E-1BDE34ABF06C}"/>
          </ac:spMkLst>
        </pc:spChg>
        <pc:spChg chg="mod">
          <ac:chgData name="Suhani Vyas" userId="4635c6ecf408d9ff" providerId="LiveId" clId="{D3C382C9-9807-468C-8FA3-2AF2AD1BB06E}" dt="2025-11-12T16:44:13.275" v="235" actId="5793"/>
          <ac:spMkLst>
            <pc:docMk/>
            <pc:sldMk cId="181157420" sldId="275"/>
            <ac:spMk id="3" creationId="{7A36545A-A40C-D940-964D-8A1B38E92F06}"/>
          </ac:spMkLst>
        </pc:spChg>
        <pc:spChg chg="mod">
          <ac:chgData name="Suhani Vyas" userId="4635c6ecf408d9ff" providerId="LiveId" clId="{D3C382C9-9807-468C-8FA3-2AF2AD1BB06E}" dt="2025-11-12T16:50:02.863" v="631" actId="27636"/>
          <ac:spMkLst>
            <pc:docMk/>
            <pc:sldMk cId="181157420" sldId="275"/>
            <ac:spMk id="4" creationId="{8B293B76-AD34-B2A7-7379-EEE9928AF07E}"/>
          </ac:spMkLst>
        </pc:spChg>
        <pc:spChg chg="mod">
          <ac:chgData name="Suhani Vyas" userId="4635c6ecf408d9ff" providerId="LiveId" clId="{D3C382C9-9807-468C-8FA3-2AF2AD1BB06E}" dt="2025-11-12T16:44:25.004" v="244" actId="20577"/>
          <ac:spMkLst>
            <pc:docMk/>
            <pc:sldMk cId="181157420" sldId="275"/>
            <ac:spMk id="5" creationId="{12D42E97-9919-315F-FAF5-29E2EA0098D3}"/>
          </ac:spMkLst>
        </pc:spChg>
        <pc:spChg chg="mod">
          <ac:chgData name="Suhani Vyas" userId="4635c6ecf408d9ff" providerId="LiveId" clId="{D3C382C9-9807-468C-8FA3-2AF2AD1BB06E}" dt="2025-11-12T16:50:12.848" v="650" actId="20577"/>
          <ac:spMkLst>
            <pc:docMk/>
            <pc:sldMk cId="181157420" sldId="275"/>
            <ac:spMk id="6" creationId="{B3A8447F-EA7C-6A16-ECB3-E73B790AA5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820E-2C41-510C-0B29-3EDFCAB32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5330" y="2389239"/>
            <a:ext cx="5518066" cy="3337815"/>
          </a:xfrm>
        </p:spPr>
        <p:txBody>
          <a:bodyPr>
            <a:normAutofit/>
          </a:bodyPr>
          <a:lstStyle/>
          <a:p>
            <a:r>
              <a:rPr lang="en-IN" sz="3200" dirty="0"/>
              <a:t>Name :Suhani </a:t>
            </a:r>
            <a:r>
              <a:rPr lang="en-IN" sz="3200" dirty="0" err="1"/>
              <a:t>vyas</a:t>
            </a:r>
            <a:r>
              <a:rPr lang="en-IN" sz="3200" dirty="0"/>
              <a:t>.</a:t>
            </a:r>
            <a:br>
              <a:rPr lang="en-IN" sz="3200" dirty="0"/>
            </a:br>
            <a:r>
              <a:rPr lang="en-IN" sz="3200" dirty="0"/>
              <a:t>and </a:t>
            </a:r>
            <a:br>
              <a:rPr lang="en-IN" sz="3200" dirty="0"/>
            </a:br>
            <a:r>
              <a:rPr lang="en-IN" sz="3200" dirty="0"/>
              <a:t>Rajveer </a:t>
            </a:r>
            <a:r>
              <a:rPr lang="en-IN" sz="3200" dirty="0" err="1"/>
              <a:t>singh</a:t>
            </a:r>
            <a:r>
              <a:rPr lang="en-IN" sz="3200" dirty="0"/>
              <a:t> </a:t>
            </a:r>
            <a:r>
              <a:rPr lang="en-IN" sz="3200" dirty="0" err="1"/>
              <a:t>chouhan</a:t>
            </a:r>
            <a:r>
              <a:rPr lang="en-IN" sz="3200" dirty="0"/>
              <a:t>.</a:t>
            </a:r>
            <a:br>
              <a:rPr lang="en-IN" sz="3200" dirty="0"/>
            </a:br>
            <a:br>
              <a:rPr lang="en-IN" sz="3200" dirty="0"/>
            </a:br>
            <a:r>
              <a:rPr lang="en-IN" sz="3200" dirty="0"/>
              <a:t>Submitted to :</a:t>
            </a:r>
            <a:r>
              <a:rPr lang="en-IN" sz="3200" dirty="0" err="1"/>
              <a:t>mrs</a:t>
            </a:r>
            <a:r>
              <a:rPr lang="en-IN" sz="3200" dirty="0"/>
              <a:t> </a:t>
            </a:r>
            <a:r>
              <a:rPr lang="en-IN" sz="3200" dirty="0" err="1"/>
              <a:t>madhuri</a:t>
            </a:r>
            <a:r>
              <a:rPr lang="en-IN" sz="3200" dirty="0"/>
              <a:t> </a:t>
            </a:r>
            <a:r>
              <a:rPr lang="en-IN" sz="3200" dirty="0" err="1"/>
              <a:t>gupta</a:t>
            </a:r>
            <a:r>
              <a:rPr lang="en-IN" sz="3200" dirty="0"/>
              <a:t> mam.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DCBB704-32D8-AE0C-FCA6-78F4BDAF1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2274" y="580336"/>
            <a:ext cx="5357600" cy="1160213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914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070A8-8839-5994-A5AD-B4AB952A43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3665" y="4198374"/>
            <a:ext cx="7069394" cy="1499183"/>
          </a:xfrm>
        </p:spPr>
        <p:txBody>
          <a:bodyPr>
            <a:normAutofit fontScale="90000"/>
          </a:bodyPr>
          <a:lstStyle/>
          <a:p>
            <a:r>
              <a:rPr lang="en-IN" dirty="0"/>
              <a:t>B -Tree and B+ Tree </a:t>
            </a: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B11DE-5301-CE06-993A-893D193058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8800" dirty="0"/>
              <a:t>Topic:</a:t>
            </a:r>
          </a:p>
        </p:txBody>
      </p:sp>
    </p:spTree>
    <p:extLst>
      <p:ext uri="{BB962C8B-B14F-4D97-AF65-F5344CB8AC3E}">
        <p14:creationId xmlns:p14="http://schemas.microsoft.com/office/powerpoint/2010/main" val="2182549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B9AD-FA36-4046-8D99-703F033F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B Tree-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D1935-4B47-FC5E-7569-BE082781F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3599" y="1543665"/>
            <a:ext cx="7796540" cy="4506279"/>
          </a:xfrm>
        </p:spPr>
        <p:txBody>
          <a:bodyPr/>
          <a:lstStyle/>
          <a:p>
            <a:r>
              <a:rPr lang="en-IN" dirty="0"/>
              <a:t>A  B tree is a self balancing </a:t>
            </a:r>
            <a:r>
              <a:rPr lang="en-IN" dirty="0" err="1"/>
              <a:t>mulitway</a:t>
            </a:r>
            <a:r>
              <a:rPr lang="en-IN" dirty="0"/>
              <a:t> search tree .</a:t>
            </a:r>
          </a:p>
          <a:p>
            <a:r>
              <a:rPr lang="en-IN" dirty="0"/>
              <a:t>Instead of each node having just two children , nodes can have many children .</a:t>
            </a:r>
          </a:p>
          <a:p>
            <a:r>
              <a:rPr lang="en-IN" dirty="0"/>
              <a:t>It is used in database and file systems to store large amounts of data efficiently on disks 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56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4EA4FD-2336-68C3-E7F7-CFCBD2C39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561" y="808056"/>
            <a:ext cx="5289756" cy="1077229"/>
          </a:xfrm>
        </p:spPr>
        <p:txBody>
          <a:bodyPr/>
          <a:lstStyle/>
          <a:p>
            <a:r>
              <a:rPr lang="en-IN" dirty="0"/>
              <a:t>Key points of B tree -&gt;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1D321B-3CD9-DE6E-BBF1-45057EAFC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order n , each node can have at most n children.</a:t>
            </a:r>
          </a:p>
          <a:p>
            <a:r>
              <a:rPr lang="en-IN" dirty="0"/>
              <a:t>Each node (except root) has at least m/2 children.</a:t>
            </a:r>
          </a:p>
          <a:p>
            <a:r>
              <a:rPr lang="en-IN" dirty="0"/>
              <a:t>All leaf nodes are at the same level.</a:t>
            </a:r>
          </a:p>
          <a:p>
            <a:r>
              <a:rPr lang="en-IN" dirty="0"/>
              <a:t>Each node has keys between [ (m/2)-1 and m-1 ] keys.</a:t>
            </a:r>
          </a:p>
        </p:txBody>
      </p:sp>
    </p:spTree>
    <p:extLst>
      <p:ext uri="{BB962C8B-B14F-4D97-AF65-F5344CB8AC3E}">
        <p14:creationId xmlns:p14="http://schemas.microsoft.com/office/powerpoint/2010/main" val="679293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65C1C-BE42-CE74-1C7A-00362409C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8205" y="808056"/>
            <a:ext cx="3962401" cy="1077229"/>
          </a:xfrm>
        </p:spPr>
        <p:txBody>
          <a:bodyPr/>
          <a:lstStyle/>
          <a:p>
            <a:r>
              <a:rPr lang="en-IN" dirty="0"/>
              <a:t>Structure of B tree </a:t>
            </a:r>
          </a:p>
        </p:txBody>
      </p:sp>
      <p:pic>
        <p:nvPicPr>
          <p:cNvPr id="5" name="Content Placeholder 4" descr="A diagram of a number&#10;&#10;AI-generated content may be incorrect.">
            <a:extLst>
              <a:ext uri="{FF2B5EF4-FFF2-40B4-BE49-F238E27FC236}">
                <a16:creationId xmlns:a16="http://schemas.microsoft.com/office/drawing/2014/main" id="{DB1B5A4C-6122-C3E4-B511-4F82C7D62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9174" y="2052638"/>
            <a:ext cx="6341807" cy="3997325"/>
          </a:xfrm>
        </p:spPr>
      </p:pic>
    </p:spTree>
    <p:extLst>
      <p:ext uri="{BB962C8B-B14F-4D97-AF65-F5344CB8AC3E}">
        <p14:creationId xmlns:p14="http://schemas.microsoft.com/office/powerpoint/2010/main" val="1796802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88491-736C-DD9F-C054-3C751BE7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4992-EF8A-FF73-3617-C8C2E02D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 example of B tree -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C9783A-3CD8-409B-685E-3993AC1CF3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/>
          <a:stretch/>
        </p:blipFill>
        <p:spPr>
          <a:xfrm>
            <a:off x="2656591" y="2052638"/>
            <a:ext cx="3789543" cy="3997325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26D0AF-C82F-4DF3-039A-29B30C6741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6665913" y="2052637"/>
            <a:ext cx="4228229" cy="3522253"/>
          </a:xfrm>
        </p:spPr>
      </p:pic>
    </p:spTree>
    <p:extLst>
      <p:ext uri="{BB962C8B-B14F-4D97-AF65-F5344CB8AC3E}">
        <p14:creationId xmlns:p14="http://schemas.microsoft.com/office/powerpoint/2010/main" val="130469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63E4-644E-56D4-F6CE-6D5D2E7BB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 + tree-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5130A-315B-CAC0-CFC7-0F52A9DAA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 B + tree is a extension of B tree .</a:t>
            </a:r>
          </a:p>
          <a:p>
            <a:r>
              <a:rPr lang="en-IN" dirty="0"/>
              <a:t>All data values are stored only in leaf nodes.</a:t>
            </a:r>
          </a:p>
          <a:p>
            <a:r>
              <a:rPr lang="en-IN" dirty="0"/>
              <a:t>Internal nodes only store keys .</a:t>
            </a:r>
          </a:p>
          <a:p>
            <a:r>
              <a:rPr lang="en-IN" dirty="0"/>
              <a:t>Leaf nodes are linked together for fast sequential access.</a:t>
            </a:r>
          </a:p>
        </p:txBody>
      </p:sp>
    </p:spTree>
    <p:extLst>
      <p:ext uri="{BB962C8B-B14F-4D97-AF65-F5344CB8AC3E}">
        <p14:creationId xmlns:p14="http://schemas.microsoft.com/office/powerpoint/2010/main" val="502200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BEF5-3E23-7889-A7BE-FDE29BE23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B+ tree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5180-15C1-EFE2-9EC2-BD1FC1F6F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Every node is at the same depth from the root .</a:t>
            </a:r>
          </a:p>
          <a:p>
            <a:r>
              <a:rPr lang="en-IN" dirty="0"/>
              <a:t>In B+ tree , the internal nodes do not store the actual data ,only keys and pointers to child.</a:t>
            </a:r>
          </a:p>
          <a:p>
            <a:r>
              <a:rPr lang="en-IN" dirty="0"/>
              <a:t>For internal nodes each should have at least [m/2] children and at most m children (where m is maximum children allowed ).</a:t>
            </a:r>
          </a:p>
          <a:p>
            <a:r>
              <a:rPr lang="en-IN" dirty="0"/>
              <a:t>For leaf has at least minimum number of keys m/2 , and at most a maximum (m-1) keys .</a:t>
            </a:r>
          </a:p>
        </p:txBody>
      </p:sp>
    </p:spTree>
    <p:extLst>
      <p:ext uri="{BB962C8B-B14F-4D97-AF65-F5344CB8AC3E}">
        <p14:creationId xmlns:p14="http://schemas.microsoft.com/office/powerpoint/2010/main" val="46480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42FA-F45D-91F2-1470-158A208B4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573" y="808056"/>
            <a:ext cx="4660491" cy="1077229"/>
          </a:xfrm>
        </p:spPr>
        <p:txBody>
          <a:bodyPr/>
          <a:lstStyle/>
          <a:p>
            <a:r>
              <a:rPr lang="en-IN" dirty="0"/>
              <a:t>Structure of B+ tree-&gt;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7B5F7D-C619-AB10-6CF3-16BDD4DD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1808" y="2959509"/>
            <a:ext cx="7143750" cy="2287946"/>
          </a:xfrm>
        </p:spPr>
      </p:pic>
    </p:spTree>
    <p:extLst>
      <p:ext uri="{BB962C8B-B14F-4D97-AF65-F5344CB8AC3E}">
        <p14:creationId xmlns:p14="http://schemas.microsoft.com/office/powerpoint/2010/main" val="2834630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B7211-4542-F122-36B2-C08E073DF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 example of B + tree - </a:t>
            </a:r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E3F0A82-EC2A-CFFF-4364-FDC6F38AAE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31302" y="1887522"/>
            <a:ext cx="3715890" cy="3997325"/>
          </a:xfrm>
        </p:spPr>
      </p:pic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FE49A53-8BEF-31CC-8D41-62FA210763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65913" y="2684005"/>
            <a:ext cx="3895725" cy="2734590"/>
          </a:xfrm>
        </p:spPr>
      </p:pic>
    </p:spTree>
    <p:extLst>
      <p:ext uri="{BB962C8B-B14F-4D97-AF65-F5344CB8AC3E}">
        <p14:creationId xmlns:p14="http://schemas.microsoft.com/office/powerpoint/2010/main" val="421896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44A6-36C0-D46F-BF8E-1BDE34AB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between B-Tree and B+ Tree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6545A-A40C-D940-964D-8A1B38E92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 – Tree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93B76-AD34-B2A7-7379-EEE9928AF0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Data are stored in both internal and leaf nodes.</a:t>
            </a:r>
          </a:p>
          <a:p>
            <a:r>
              <a:rPr lang="en-IN" dirty="0"/>
              <a:t>Leaf nodes are not linked.</a:t>
            </a:r>
          </a:p>
          <a:p>
            <a:r>
              <a:rPr lang="en-IN" dirty="0"/>
              <a:t>Keys are not repeated.</a:t>
            </a:r>
          </a:p>
          <a:p>
            <a:r>
              <a:rPr lang="en-IN" dirty="0"/>
              <a:t>More complex structure since data is in all nodes.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D42E97-9919-315F-FAF5-29E2EA009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B+ Tree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A8447F-EA7C-6A16-ECB3-E73B790AA50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Data are stored only in leaf nodes, Internal nodes store only key. </a:t>
            </a:r>
          </a:p>
          <a:p>
            <a:r>
              <a:rPr lang="en-IN" dirty="0"/>
              <a:t>Keys in internal nodes are repeated in leaf nodes.</a:t>
            </a:r>
          </a:p>
          <a:p>
            <a:r>
              <a:rPr lang="en-IN" dirty="0"/>
              <a:t>Leaf nodes are linked together.</a:t>
            </a:r>
          </a:p>
          <a:p>
            <a:r>
              <a:rPr lang="en-IN" dirty="0"/>
              <a:t>Simpler structure for searching as data is only at leaf level.</a:t>
            </a:r>
          </a:p>
        </p:txBody>
      </p:sp>
    </p:spTree>
    <p:extLst>
      <p:ext uri="{BB962C8B-B14F-4D97-AF65-F5344CB8AC3E}">
        <p14:creationId xmlns:p14="http://schemas.microsoft.com/office/powerpoint/2010/main" val="1811574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95</TotalTime>
  <Words>376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MS Shell Dlg 2</vt:lpstr>
      <vt:lpstr>Wingdings</vt:lpstr>
      <vt:lpstr>Wingdings 3</vt:lpstr>
      <vt:lpstr>Madison</vt:lpstr>
      <vt:lpstr>Name :Suhani vyas. and  Rajveer singh chouhan.  Submitted to :mrs madhuri gupta mam.</vt:lpstr>
      <vt:lpstr>B -Tree and B+ Tree   </vt:lpstr>
      <vt:lpstr>B Tree-</vt:lpstr>
      <vt:lpstr>Key points of B tree -&gt;</vt:lpstr>
      <vt:lpstr>Structure of B tree </vt:lpstr>
      <vt:lpstr>Numerical example of B tree - </vt:lpstr>
      <vt:lpstr>B + tree-</vt:lpstr>
      <vt:lpstr>Properties of B+ tree </vt:lpstr>
      <vt:lpstr>Structure of B+ tree-&gt;</vt:lpstr>
      <vt:lpstr>Numerical example of B + tree - </vt:lpstr>
      <vt:lpstr>Difference between B-Tree and B+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Suhani Vyas</dc:creator>
  <cp:lastModifiedBy>Suhani Vyas</cp:lastModifiedBy>
  <cp:revision>1</cp:revision>
  <dcterms:created xsi:type="dcterms:W3CDTF">2025-11-11T06:06:41Z</dcterms:created>
  <dcterms:modified xsi:type="dcterms:W3CDTF">2025-11-12T16:51:01Z</dcterms:modified>
</cp:coreProperties>
</file>